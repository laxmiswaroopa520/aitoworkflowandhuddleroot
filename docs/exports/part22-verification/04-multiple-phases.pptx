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2D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HUDDLE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Accelerate a Strategic Deal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2926080"/>
            <a:ext cx="9509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DEB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AI to prepare a grounded, decision-ready deal review.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Prescriptive  •  Seller  •  30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12680" y="4846320"/>
            <a:ext cx="1325880" cy="1325880"/>
          </a:xfrm>
          <a:prstGeom prst="roundRect">
            <a:avLst>
              <a:gd name="adj" fmla="val 5517"/>
            </a:avLst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22992" y="5138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TODAY'S OBJECTIVE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a concise deal inspection.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517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962656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priority opportunity needs alignment.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739896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044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4215384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Focused preparation improves decision quality.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992624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1572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DESIRED OUTCOME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5468112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agreed action plan.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tools and MCEM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90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0136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992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AI TOOLS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MCEM STAGES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81888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Inspire and Design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phases • 3 activities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990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44752" y="13075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16367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258568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Explore and Practice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44752" y="25694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91256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64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44752" y="3172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Commit to Action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44752" y="350215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Preparation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Ground the Huddle in current evidence.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Explore and Practice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Test the output with the team.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Commit to Action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Agree ownership and next steps.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Create a deal inspection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current opportunity.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82368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469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657856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grounded deal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30296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94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3605784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decision-ready deal brief.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78224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428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553712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assumptions and sources.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026152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90744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5501640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opportunity data.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97408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1386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BEST-FIT JOB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644956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opportunity review.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Pressure-test the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and 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top risks and mitigations.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risks.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Confirm next actions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to Action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owners and 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action list.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62856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72744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5038344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owner agreement.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playbook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and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your understanding?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221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413308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you do next?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AITO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a Strategic Deal Huddle</dc:title>
  <dc:subject>Accelerate a Strategic Deal</dc:subject>
  <dc:creator>AITO</dc:creator>
  <cp:lastModifiedBy>AITO</cp:lastModifiedBy>
  <cp:revision>1</cp:revision>
  <dcterms:created xsi:type="dcterms:W3CDTF">2026-08-12T05:53:40Z</dcterms:created>
  <dcterms:modified xsi:type="dcterms:W3CDTF">2026-08-12T05:53:40Z</dcterms:modified>
</cp:coreProperties>
</file>