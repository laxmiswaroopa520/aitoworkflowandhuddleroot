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HUDDLE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 a Strategic Deal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29260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AI to prepare a grounded, decision-ready deal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Prescriptive  •  Seller  • 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12680" y="484632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5138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concise deal inspection.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962656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priority opportunity needs alignment.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044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215384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preparation improves decision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572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5468112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agreed action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tools and MCEM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AI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99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AI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MCEM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phases • 3 activities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307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Explore and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Commit to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502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Preparation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Ground the Huddle in current evidence.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Explore and Practice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Test the output with the team.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Commit to Action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Agree ownership and next steps.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Create a deal inspection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current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2368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6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7856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grounded deal inspection.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30296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4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605784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decision-ready deal brief.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428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assumptions and sources.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6152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074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501640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opportunity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97408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386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JOB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44956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Pressure-test the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top risks and mitigations.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risks.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Confirm next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dates.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action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274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 agreement.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playbook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and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understanding?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221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you do next?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 Strategic Deal Huddle</dc:title>
  <dc:subject>Accelerate a Strategic Deal</dc:subject>
  <dc:creator>AITO</dc:creator>
  <cp:lastModifiedBy>AITO</cp:lastModifiedBy>
  <cp:revision>1</cp:revision>
  <dcterms:created xsi:type="dcterms:W3CDTF">2026-09-30T09:35:16Z</dcterms:created>
  <dcterms:modified xsi:type="dcterms:W3CDTF">2026-09-30T09:35:16Z</dcterms:modified>
</cp:coreProperties>
</file>