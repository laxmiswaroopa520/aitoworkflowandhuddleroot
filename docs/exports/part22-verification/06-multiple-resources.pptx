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hyperlink" Target="https://example.com/playbook" TargetMode="External"/><Relationship Id="rId5" Type="http://schemas.openxmlformats.org/officeDocument/2006/relationships/hyperlink" Target="https://example.com/playbook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example.com/playbook" TargetMode="External"/><Relationship Id="rId2" Type="http://schemas.openxmlformats.org/officeDocument/2006/relationships/hyperlink" Target="https://example.com/playbook" TargetMode="External"/><Relationship Id="rId3" Type="http://schemas.openxmlformats.org/officeDocument/2006/relationships/hyperlink" Target="https://example.com/playbook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2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594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2D8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HUDDLE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23444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Accelerate a Strategic Deal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49808" y="2926080"/>
            <a:ext cx="9509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DEB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AI to prepare a grounded, decision-ready deal review.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49808" y="507492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Prescriptive  •  Seller  •  30 minutes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12680" y="4846320"/>
            <a:ext cx="1325880" cy="1325880"/>
          </a:xfrm>
          <a:prstGeom prst="roundRect">
            <a:avLst>
              <a:gd name="adj" fmla="val 5517"/>
            </a:avLst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22992" y="513892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context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Seller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TODAY'S OBJECTIVE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a concise deal inspection.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487168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517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962656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priority opportunity needs alignment.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739896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044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4215384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Focused preparation improves decision quality.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992624"/>
            <a:ext cx="10908792" cy="1143000"/>
          </a:xfrm>
          <a:prstGeom prst="roundRect">
            <a:avLst>
              <a:gd name="adj" fmla="val 4800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51572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DESIRED OUTCOME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5468112"/>
            <a:ext cx="1037844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agreed action plan.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tools and MCEM alignment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32588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4904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AI TOOLS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0136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29992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SECONDARY AI TOOLS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331012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Researcher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343400"/>
            <a:ext cx="10908792" cy="1298448"/>
          </a:xfrm>
          <a:prstGeom prst="roundRect">
            <a:avLst>
              <a:gd name="adj" fmla="val 422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45079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MCEM STAGES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68680" y="4818888"/>
            <a:ext cx="10378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Inspire and Design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Huddle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phases • 3 activities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9903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44752" y="130759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Preparation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44752" y="1636776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31520" y="2258568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331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44752" y="224028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Explore and Practice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44752" y="256946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3191256"/>
            <a:ext cx="502920" cy="502920"/>
          </a:xfrm>
          <a:prstGeom prst="ellipse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64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44752" y="3172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Commit to Action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44752" y="350215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16161"/>
                </a:solidFill>
              </a:rPr>
              <a:t>1 activities • 10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Preparation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Ground the Huddle in current evidence.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Explore and Practice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Test the output with the team.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F6CBD"/>
                </a:solidFill>
              </a:rPr>
              <a:t>PHASE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508760"/>
            <a:ext cx="10149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100" b="1" dirty="0">
                <a:solidFill>
                  <a:srgbClr val="082338"/>
                </a:solidFill>
              </a:rPr>
              <a:t>Commit to Action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04672" y="2788920"/>
            <a:ext cx="9875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616161"/>
                </a:solidFill>
              </a:rPr>
              <a:t>Agree ownership and next steps.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04672" y="5029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CBD"/>
                </a:solidFill>
              </a:rPr>
              <a:t>1 activities  •  10 minutes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Create a deal inspection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DESCRIPTION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Review the current opportunity.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182368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34696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2657856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 a grounded deal inspection.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130296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29488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3605784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decision-ready deal brief.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078224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242816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68680" y="4553712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Verify assumptions and sources.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5026152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5190744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REQUIRED CONTEXT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68680" y="5501640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opportunity data.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974080"/>
            <a:ext cx="10908792" cy="838200"/>
          </a:xfrm>
          <a:prstGeom prst="roundRect">
            <a:avLst>
              <a:gd name="adj" fmla="val 6545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613867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BEST-FIT JOB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68680" y="6449568"/>
            <a:ext cx="10378440" cy="216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Strategic opportunity review.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Pressure-test the plan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Explore and 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the top risks and mitigations.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Prioritized risks.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Confirm next actions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12648" y="8412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 to Action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640080" y="1234440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39903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68680" y="1709928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Assign owners and dates.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98648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063240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EXPECTED OUTPUT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68680" y="3374136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action list.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562856"/>
            <a:ext cx="10908792" cy="1554480"/>
          </a:xfrm>
          <a:prstGeom prst="roundRect">
            <a:avLst>
              <a:gd name="adj" fmla="val 3529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727448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CHECKPOINT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68680" y="5038344"/>
            <a:ext cx="103784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owner agreement.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3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1" name="Text 9">
            <a:hlinkClick r:id="rId4" tooltip=""/>
          </p:cNvPr>
          <p:cNvSpPr/>
          <p:nvPr/>
        </p:nvSpPr>
        <p:spPr>
          <a:xfrm>
            <a:off x="731520" y="41970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" y="4526280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13" name="Text 11">
            <a:hlinkClick r:id="rId5" tooltip=""/>
          </p:cNvPr>
          <p:cNvSpPr/>
          <p:nvPr/>
        </p:nvSpPr>
        <p:spPr>
          <a:xfrm>
            <a:off x="731520" y="51846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5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31520" y="5513832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Resources (continued)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Text 3">
            <a:hlinkClick r:id="rId1" tooltip=""/>
          </p:cNvPr>
          <p:cNvSpPr/>
          <p:nvPr/>
        </p:nvSpPr>
        <p:spPr>
          <a:xfrm>
            <a:off x="731520" y="1234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6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563624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7" name="Text 5">
            <a:hlinkClick r:id="rId2" tooltip=""/>
          </p:cNvPr>
          <p:cNvSpPr/>
          <p:nvPr/>
        </p:nvSpPr>
        <p:spPr>
          <a:xfrm>
            <a:off x="731520" y="22219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7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551176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  <p:sp>
        <p:nvSpPr>
          <p:cNvPr id="9" name="Text 7">
            <a:hlinkClick r:id="rId3" tooltip=""/>
          </p:cNvPr>
          <p:cNvSpPr/>
          <p:nvPr/>
        </p:nvSpPr>
        <p:spPr>
          <a:xfrm>
            <a:off x="731520" y="32095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24242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Approved resource 8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538728"/>
            <a:ext cx="10515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Governed reference material.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4747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082338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Reflection and commitment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94360" y="654710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161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AITO  |  Huddle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8191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68680" y="189280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changed in your understanding?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657600"/>
            <a:ext cx="10908792" cy="1965960"/>
          </a:xfrm>
          <a:prstGeom prst="roundRect">
            <a:avLst>
              <a:gd name="adj" fmla="val 2791"/>
            </a:avLst>
          </a:prstGeom>
          <a:solidFill>
            <a:srgbClr val="F5F9FF"/>
          </a:solidFill>
          <a:ln w="8890">
            <a:solidFill>
              <a:srgbClr val="D1D1D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822192"/>
            <a:ext cx="10424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COMMITMENT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68680" y="4133088"/>
            <a:ext cx="1037844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will you do next?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AITO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Accelerate a Strategic Deal Huddle</dc:title>
  <dc:subject>Accelerate a Strategic Deal</dc:subject>
  <dc:creator>AITO</dc:creator>
  <cp:lastModifiedBy>AITO</cp:lastModifiedBy>
  <cp:revision>1</cp:revision>
  <dcterms:created xsi:type="dcterms:W3CDTF">2026-09-22T07:16:18Z</dcterms:created>
  <dcterms:modified xsi:type="dcterms:W3CDTF">2026-09-22T07:16:18Z</dcterms:modified>
</cp:coreProperties>
</file>