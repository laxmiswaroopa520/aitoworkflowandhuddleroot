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hyperlink" Target="https://example.com/playbook" TargetMode="External"/><Relationship Id="rId5" Type="http://schemas.openxmlformats.org/officeDocument/2006/relationships/hyperlink" Target="https://example.com/playbook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731520" y="41970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526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731520" y="5184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5513832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 (continued)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8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2026-09-22T11:07:02Z</dcterms:created>
  <dcterms:modified xsi:type="dcterms:W3CDTF">2026-09-22T11:07:02Z</dcterms:modified>
</cp:coreProperties>
</file>