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playbook" TargetMode="External"/><Relationship Id="rId2" Type="http://schemas.openxmlformats.org/officeDocument/2006/relationships/hyperlink" Target="https://example.com/playbook" TargetMode="External"/><Relationship Id="rId3" Type="http://schemas.openxmlformats.org/officeDocument/2006/relationships/hyperlink" Target="https://example.com/playbook" TargetMode="External"/><Relationship Id="rId4" Type="http://schemas.openxmlformats.org/officeDocument/2006/relationships/hyperlink" Target="https://example.com/playbook" TargetMode="External"/><Relationship Id="rId5" Type="http://schemas.openxmlformats.org/officeDocument/2006/relationships/hyperlink" Target="https://example.com/playbook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playbook" TargetMode="External"/><Relationship Id="rId2" Type="http://schemas.openxmlformats.org/officeDocument/2006/relationships/hyperlink" Target="https://example.com/playbook" TargetMode="External"/><Relationship Id="rId3" Type="http://schemas.openxmlformats.org/officeDocument/2006/relationships/hyperlink" Target="https://example.com/playbook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2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HUDDLE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 a Strategic Deal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292608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B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AI to prepare a grounded, decision-ready deal review.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5074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Prescriptive  •  Seller  •  30 minutes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12680" y="484632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2992" y="5138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Huddle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OBJECTIVE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a concise deal inspection.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962656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priority opportunity needs alignment.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0448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4215384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preparation improves decision quality.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92624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5721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OUTCOME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5468112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agreed action plan.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tools and MCEM alignment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90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AI TOOLS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0136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992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AI TOOLS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31012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0799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MCEM STAGES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481888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Inspire and Design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Huddle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phases • 3 activities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99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44752" y="1307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Preparation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4752" y="16367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258568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44752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Explore and Practice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44752" y="2569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191256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644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44752" y="31729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Commit to 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44752" y="35021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Preparation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Ground the Huddle in current evidence.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Explore and Practice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Test the output with the team.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Commit to Action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Agree ownership and next steps.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Create a deal inspection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current opportunity.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82368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469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657856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grounded deal inspection.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30296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9488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605784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decision-ready deal brief.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78224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4281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CHECKPOINT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4553712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assumptions and sources.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026152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190744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CONTEXT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5501640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opportunity data.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974080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61386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BEST-FIT JOB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6449568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opportunity review.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Pressure-test the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and Practice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top risks and mitigations.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374136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risks.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Confirm next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 Action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owners and dates.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374136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action list.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62856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274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CHECKPOINT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5038344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owner agreement.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73152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4242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Approved resource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63624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</a:rPr>
              <a:t>Governed reference material.</a:t>
            </a:r>
            <a:endParaRPr lang="en-US" sz="1050" dirty="0"/>
          </a:p>
        </p:txBody>
      </p:sp>
      <p:sp>
        <p:nvSpPr>
          <p:cNvPr id="7" name="Text 5">
            <a:hlinkClick r:id="rId2" tooltip=""/>
          </p:cNvPr>
          <p:cNvSpPr/>
          <p:nvPr/>
        </p:nvSpPr>
        <p:spPr>
          <a:xfrm>
            <a:off x="731520" y="2221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4242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Approved resource 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55117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</a:rPr>
              <a:t>Governed reference material.</a:t>
            </a:r>
            <a:endParaRPr lang="en-US" sz="105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731520" y="32095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4242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Approved resource 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53872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</a:rPr>
              <a:t>Governed reference material.</a:t>
            </a:r>
            <a:endParaRPr lang="en-US" sz="1050" dirty="0"/>
          </a:p>
        </p:txBody>
      </p:sp>
      <p:sp>
        <p:nvSpPr>
          <p:cNvPr id="11" name="Text 9">
            <a:hlinkClick r:id="rId4" tooltip=""/>
          </p:cNvPr>
          <p:cNvSpPr/>
          <p:nvPr/>
        </p:nvSpPr>
        <p:spPr>
          <a:xfrm>
            <a:off x="731520" y="41970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4242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Approved resource 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526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</a:rPr>
              <a:t>Governed reference material.</a:t>
            </a:r>
            <a:endParaRPr lang="en-US" sz="1050" dirty="0"/>
          </a:p>
        </p:txBody>
      </p:sp>
      <p:sp>
        <p:nvSpPr>
          <p:cNvPr id="13" name="Text 11">
            <a:hlinkClick r:id="rId5" tooltip=""/>
          </p:cNvPr>
          <p:cNvSpPr/>
          <p:nvPr/>
        </p:nvSpPr>
        <p:spPr>
          <a:xfrm>
            <a:off x="731520" y="51846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42424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Approved resource 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551383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</a:rPr>
              <a:t>Governed reference material.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Resources (continued)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73152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4242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Approved resource 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63624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</a:rPr>
              <a:t>Governed reference material.</a:t>
            </a:r>
            <a:endParaRPr lang="en-US" sz="1050" dirty="0"/>
          </a:p>
        </p:txBody>
      </p:sp>
      <p:sp>
        <p:nvSpPr>
          <p:cNvPr id="7" name="Text 5">
            <a:hlinkClick r:id="rId2" tooltip=""/>
          </p:cNvPr>
          <p:cNvSpPr/>
          <p:nvPr/>
        </p:nvSpPr>
        <p:spPr>
          <a:xfrm>
            <a:off x="731520" y="2221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4242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Approved resource 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55117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</a:rPr>
              <a:t>Governed reference material.</a:t>
            </a:r>
            <a:endParaRPr lang="en-US" sz="105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731520" y="32095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4242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Approved resource 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53872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</a:rPr>
              <a:t>Governed reference material.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Reflection and commitment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08792" cy="1965960"/>
          </a:xfrm>
          <a:prstGeom prst="roundRect">
            <a:avLst>
              <a:gd name="adj" fmla="val 2791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92808"/>
            <a:ext cx="10378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in your understanding?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0908792" cy="1965960"/>
          </a:xfrm>
          <a:prstGeom prst="roundRect">
            <a:avLst>
              <a:gd name="adj" fmla="val 2791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2219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4133088"/>
            <a:ext cx="10378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you do next?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AITO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a Strategic Deal Huddle</dc:title>
  <dc:subject>Accelerate a Strategic Deal</dc:subject>
  <dc:creator>AITO</dc:creator>
  <cp:lastModifiedBy>AITO</cp:lastModifiedBy>
  <cp:revision>1</cp:revision>
  <dcterms:created xsi:type="dcterms:W3CDTF">2026-10-12T12:16:28Z</dcterms:created>
  <dcterms:modified xsi:type="dcterms:W3CDTF">2026-10-12T12:16:28Z</dcterms:modified>
</cp:coreProperties>
</file>