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playboo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HUDDLE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 a Strategic Deal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292608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AI to prepare a grounded, decision-ready deal review.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Prescriptive  •  Seller  •  30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12680" y="484632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5138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 concise deal inspection.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962656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priority opportunity needs alignment.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044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4215384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preparation improves decision 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572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OUTCOME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5468112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agreed action plan.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tools and MCEM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AI TOOLS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99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AI TOOLS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079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MCEM STAGES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81888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Inspire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phases • 3 activities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99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4752" y="1307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Preparation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1636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Explore and Practice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2569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64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4752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Commit to 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4752" y="35021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Preparation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Ground the Huddle in current evidence.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Explore and Practice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Test the output with the team.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Commit to Action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Agree ownership and next steps.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Create a deal inspection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current opportunity.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2368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46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657856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grounded deal inspection.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30296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948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605784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decision-ready deal brief.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428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assumptions and sources.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6152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9074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CONTEXT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501640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opportunity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97408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61386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BEST-FIT JOB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644956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opportunity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Pressure-test the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and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top risks and mitigations.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risks.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Confirm next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 and dates.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action list.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274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5038344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 agreement.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playbook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and commitment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your understanding?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221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you do next?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a Strategic Deal Huddle</dc:title>
  <dc:subject>Accelerate a Strategic Deal</dc:subject>
  <dc:creator>AITO</dc:creator>
  <cp:lastModifiedBy>AITO</cp:lastModifiedBy>
  <cp:revision>1</cp:revision>
  <dcterms:created xsi:type="dcterms:W3CDTF">2026-10-12T12:16:28Z</dcterms:created>
  <dcterms:modified xsi:type="dcterms:W3CDTF">2026-10-12T12:16:28Z</dcterms:modified>
</cp:coreProperties>
</file>