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example.com/playbook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2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594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2D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HUDDLE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234440"/>
            <a:ext cx="9966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Accelerate a Strategic Deal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49808" y="2926080"/>
            <a:ext cx="9509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DDEB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Apply AI to prepare a grounded, decision-ready deal review.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49808" y="507492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Prescriptive  •  Seller  •  30 minutes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012680" y="4846320"/>
            <a:ext cx="1325880" cy="1325880"/>
          </a:xfrm>
          <a:prstGeom prst="roundRect">
            <a:avLst>
              <a:gd name="adj" fmla="val 5517"/>
            </a:avLst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22992" y="513892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Huddle context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Seller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1143000"/>
          </a:xfrm>
          <a:prstGeom prst="roundRect">
            <a:avLst>
              <a:gd name="adj" fmla="val 4800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TODAY'S OBJECTIVE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 a concise deal inspection.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487168"/>
            <a:ext cx="10908792" cy="1143000"/>
          </a:xfrm>
          <a:prstGeom prst="roundRect">
            <a:avLst>
              <a:gd name="adj" fmla="val 4800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65176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CASE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2962656"/>
            <a:ext cx="10378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priority opportunity needs alignment.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739896"/>
            <a:ext cx="10908792" cy="1143000"/>
          </a:xfrm>
          <a:prstGeom prst="roundRect">
            <a:avLst>
              <a:gd name="adj" fmla="val 4800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904488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IT MATTERS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68680" y="4215384"/>
            <a:ext cx="10378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Focused preparation improves decision quality.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4992624"/>
            <a:ext cx="10908792" cy="1143000"/>
          </a:xfrm>
          <a:prstGeom prst="roundRect">
            <a:avLst>
              <a:gd name="adj" fmla="val 4800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5157216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DESIRED OUTCOME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68680" y="5468112"/>
            <a:ext cx="10378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agreed action plan.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 tools and MCEM alignment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640080" y="1325880"/>
            <a:ext cx="10908792" cy="1298448"/>
          </a:xfrm>
          <a:prstGeom prst="roundRect">
            <a:avLst>
              <a:gd name="adj" fmla="val 422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49047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AI TOOLS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1801368"/>
            <a:ext cx="10378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Sales Agent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834640"/>
            <a:ext cx="10908792" cy="1298448"/>
          </a:xfrm>
          <a:prstGeom prst="roundRect">
            <a:avLst>
              <a:gd name="adj" fmla="val 422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9992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SECONDARY AI TOOLS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68680" y="3310128"/>
            <a:ext cx="10378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Researcher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Analyst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4343400"/>
            <a:ext cx="10908792" cy="1298448"/>
          </a:xfrm>
          <a:prstGeom prst="roundRect">
            <a:avLst>
              <a:gd name="adj" fmla="val 422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450799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MCEM STAGES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68680" y="4818888"/>
            <a:ext cx="10378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Inspire and Design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Huddle flow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phases • 3 activities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731520" y="1325880"/>
            <a:ext cx="502920" cy="502920"/>
          </a:xfrm>
          <a:prstGeom prst="ellipse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3990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44752" y="130759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</a:rPr>
              <a:t>Preparation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44752" y="1636776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</a:rPr>
              <a:t>1 activities • 10 min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1520" y="2258568"/>
            <a:ext cx="502920" cy="502920"/>
          </a:xfrm>
          <a:prstGeom prst="ellipse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33172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44752" y="224028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</a:rPr>
              <a:t>Explore and Practice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444752" y="2569464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</a:rPr>
              <a:t>1 activities • 10 min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" y="3191256"/>
            <a:ext cx="502920" cy="502920"/>
          </a:xfrm>
          <a:prstGeom prst="ellipse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26440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44752" y="317296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</a:rPr>
              <a:t>Commit to Action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44752" y="3502152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</a:rPr>
              <a:t>1 activities • 10 min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05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</a:rPr>
              <a:t>PHASE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508760"/>
            <a:ext cx="10149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82338"/>
                </a:solidFill>
              </a:rPr>
              <a:t>Preparation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04672" y="278892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16161"/>
                </a:solidFill>
              </a:rPr>
              <a:t>Ground the Huddle in current evidence.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04672" y="5029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CBD"/>
                </a:solidFill>
              </a:rPr>
              <a:t>1 activities  •  10 minutes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05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</a:rPr>
              <a:t>PHASE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508760"/>
            <a:ext cx="10149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82338"/>
                </a:solidFill>
              </a:rPr>
              <a:t>Explore and Practice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04672" y="278892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16161"/>
                </a:solidFill>
              </a:rPr>
              <a:t>Test the output with the team.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04672" y="5029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CBD"/>
                </a:solidFill>
              </a:rPr>
              <a:t>1 activities  •  10 minutes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05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</a:rPr>
              <a:t>PHASE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508760"/>
            <a:ext cx="10149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82338"/>
                </a:solidFill>
              </a:rPr>
              <a:t>Commit to Action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04672" y="278892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16161"/>
                </a:solidFill>
              </a:rPr>
              <a:t>Agree ownership and next steps.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04672" y="5029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CBD"/>
                </a:solidFill>
              </a:rPr>
              <a:t>1 activities  •  10 minutes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Create a deal inspection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Preparation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DESCRIPTION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the current opportunity.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182368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34696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2657856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 a grounded deal inspection.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130296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294888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OUTPUT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68680" y="3605784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decision-ready deal brief.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4078224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4242816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CHECKPOINT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68680" y="4553712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Verify assumptions and sources.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5026152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5190744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REQUIRED CONTEXT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68680" y="5501640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opportunity data.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0080" y="5974080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613867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BEST-FIT JOB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68680" y="6449568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Strategic opportunity review.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Pressure-test the plan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Explore and Practice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Identify the top risks and mitigations.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898648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06324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OUTPUT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3374136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Prioritized risks.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Confirm next actions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 to Action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Assign owners and dates.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898648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06324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OUTPUT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3374136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action list.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562856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727448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CHECKPOINT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68680" y="5038344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Confirm owner agreement.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Resources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5" name="Text 3">
            <a:hlinkClick r:id="rId1" tooltip=""/>
          </p:cNvPr>
          <p:cNvSpPr/>
          <p:nvPr/>
        </p:nvSpPr>
        <p:spPr>
          <a:xfrm>
            <a:off x="731520" y="12344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242424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Approved playbook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1563624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</a:rPr>
              <a:t>Governed reference material.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Reflection and commitment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640080" y="1417320"/>
            <a:ext cx="10908792" cy="1965960"/>
          </a:xfrm>
          <a:prstGeom prst="roundRect">
            <a:avLst>
              <a:gd name="adj" fmla="val 2791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58191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REFLECTION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1892808"/>
            <a:ext cx="1037844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changed in your understanding?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657600"/>
            <a:ext cx="10908792" cy="1965960"/>
          </a:xfrm>
          <a:prstGeom prst="roundRect">
            <a:avLst>
              <a:gd name="adj" fmla="val 2791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382219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COMMITMENT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68680" y="4133088"/>
            <a:ext cx="1037844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will you do next?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AITO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Accelerate a Strategic Deal Huddle</dc:title>
  <dc:subject>Accelerate a Strategic Deal</dc:subject>
  <dc:creator>AITO</dc:creator>
  <cp:lastModifiedBy>AITO</cp:lastModifiedBy>
  <cp:revision>1</cp:revision>
  <dcterms:created xsi:type="dcterms:W3CDTF">2026-09-22T07:16:18Z</dcterms:created>
  <dcterms:modified xsi:type="dcterms:W3CDTF">2026-09-22T07:16:18Z</dcterms:modified>
</cp:coreProperties>
</file>