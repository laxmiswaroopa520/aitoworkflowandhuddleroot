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playboo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2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HUDDLE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Accelerate a Strategic Deal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49808" y="292608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EB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AI to prepare a grounded, decision-ready deal review.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5074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Prescriptive  •  Seller  •  30 minutes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12680" y="484632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22992" y="51389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Huddle context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990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TODAY'S OBJECTIVE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378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a concise deal inspection.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5176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962656"/>
            <a:ext cx="10378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priority opportunity needs alignment.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0448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4215384"/>
            <a:ext cx="10378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preparation improves decision quality.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92624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15721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DESIRED OUTCOME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5468112"/>
            <a:ext cx="10378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agreed action plan.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tools and MCEM alignment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08792" cy="1298448"/>
          </a:xfrm>
          <a:prstGeom prst="roundRect">
            <a:avLst>
              <a:gd name="adj" fmla="val 422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90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AI TOOLS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801368"/>
            <a:ext cx="10378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908792" cy="1298448"/>
          </a:xfrm>
          <a:prstGeom prst="roundRect">
            <a:avLst>
              <a:gd name="adj" fmla="val 422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992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AI TOOLS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3310128"/>
            <a:ext cx="10378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10908792" cy="1298448"/>
          </a:xfrm>
          <a:prstGeom prst="roundRect">
            <a:avLst>
              <a:gd name="adj" fmla="val 422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50799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MCEM STAGES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4818888"/>
            <a:ext cx="10378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Inspire and Design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Huddle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phases • 3 activities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99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44752" y="1307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</a:rPr>
              <a:t>Preparation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44752" y="163677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1 activities • 10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258568"/>
            <a:ext cx="502920" cy="50292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317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44752" y="2240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</a:rPr>
              <a:t>Explore and Practice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44752" y="256946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1 activities • 10 min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191256"/>
            <a:ext cx="502920" cy="50292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644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44752" y="31729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</a:rPr>
              <a:t>Commit to Action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44752" y="350215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6161"/>
                </a:solidFill>
              </a:rPr>
              <a:t>1 activities • 10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</a:rPr>
              <a:t>PHASE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50876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2338"/>
                </a:solidFill>
              </a:rPr>
              <a:t>Preparation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04672" y="27889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16161"/>
                </a:solidFill>
              </a:rPr>
              <a:t>Ground the Huddle in current evidence.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04672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CBD"/>
                </a:solidFill>
              </a:rPr>
              <a:t>1 activities  •  10 minutes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</a:rPr>
              <a:t>PHASE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50876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2338"/>
                </a:solidFill>
              </a:rPr>
              <a:t>Explore and Practice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04672" y="27889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16161"/>
                </a:solidFill>
              </a:rPr>
              <a:t>Test the output with the team.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04672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CBD"/>
                </a:solidFill>
              </a:rPr>
              <a:t>1 activities  •  10 minutes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</a:rPr>
              <a:t>PHASE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50876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2338"/>
                </a:solidFill>
              </a:rPr>
              <a:t>Commit to Action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04672" y="27889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16161"/>
                </a:solidFill>
              </a:rPr>
              <a:t>Agree ownership and next steps.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04672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CBD"/>
                </a:solidFill>
              </a:rPr>
              <a:t>1 activities  •  10 minutes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Create a deal inspection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990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current opportunity.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182368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4696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657856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grounded deal inspection.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30296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9488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3605784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decision-ready deal brief.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78224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24281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CHECKPOINT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4553712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assumptions and sources.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026152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190744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CONTEXT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5501640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opportunity data.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974080"/>
            <a:ext cx="10908792" cy="838200"/>
          </a:xfrm>
          <a:prstGeom prst="roundRect">
            <a:avLst>
              <a:gd name="adj" fmla="val 6545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61386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BEST-FIT JOB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6449568"/>
            <a:ext cx="1037844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opportunity review.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Pressure-test the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and Practice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990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top risks and mitigations.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6324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374136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Prioritized risks.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Confirm next actions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412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to Action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9903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owners and dates.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6324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374136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action list.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62856"/>
            <a:ext cx="10908792" cy="1554480"/>
          </a:xfrm>
          <a:prstGeom prst="roundRect">
            <a:avLst>
              <a:gd name="adj" fmla="val 3529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72744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CHECKPOINT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5038344"/>
            <a:ext cx="10378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owner agreement.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731520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24242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Approved playbook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63624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</a:rPr>
              <a:t>Governed reference material.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23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Reflection and commitment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6547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AITO  |  Huddle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08792" cy="1965960"/>
          </a:xfrm>
          <a:prstGeom prst="roundRect">
            <a:avLst>
              <a:gd name="adj" fmla="val 2791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8191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892808"/>
            <a:ext cx="103784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in your understanding?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10908792" cy="1965960"/>
          </a:xfrm>
          <a:prstGeom prst="roundRect">
            <a:avLst>
              <a:gd name="adj" fmla="val 2791"/>
            </a:avLst>
          </a:prstGeom>
          <a:solidFill>
            <a:srgbClr val="F5F9FF"/>
          </a:solidFill>
          <a:ln w="8890">
            <a:solidFill>
              <a:srgbClr val="D1D1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82219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4133088"/>
            <a:ext cx="103784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will you do next?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AITO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a Strategic Deal Huddle</dc:title>
  <dc:subject>Accelerate a Strategic Deal</dc:subject>
  <dc:creator>AITO</dc:creator>
  <cp:lastModifiedBy>AITO</cp:lastModifiedBy>
  <cp:revision>1</cp:revision>
  <dcterms:created xsi:type="dcterms:W3CDTF">2026-10-12T12:16:28Z</dcterms:created>
  <dcterms:modified xsi:type="dcterms:W3CDTF">2026-10-12T12:16:28Z</dcterms:modified>
</cp:coreProperties>
</file>